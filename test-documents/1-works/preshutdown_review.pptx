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Pre-Shutdown Review — CDU-II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Inspection Dept · 13-Sep-2026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TK-4102 — Open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Shell thickness 11.2 mm vs nominal 12.0 mm</a:t>
            </a:r>
          </a:p>
          <a:p>
            <a:pPr lvl="1"/>
            <a:r>
              <a:t>PSV-2041 set at 12.5 barg — SOP-114 requires 14.0 barg</a:t>
            </a:r>
          </a:p>
          <a:p>
            <a:pPr lvl="1"/>
            <a:r>
              <a:t>Quarterly UT monitoring mandated until 31-Mar-2027</a:t>
            </a:r>
          </a:p>
          <a:p>
            <a:pPr lvl="1"/>
            <a:r>
              <a:t>MOC-2026-0231 conditional approval in force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Shutdown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Bench test and reset all relief valves in CDU-II</a:t>
            </a:r>
          </a:p>
          <a:p>
            <a:pPr lvl="1"/>
            <a:r>
              <a:t>Weld overlay at course-1 if thickness &lt; 10.8 mm</a:t>
            </a:r>
          </a:p>
          <a:p>
            <a:pPr lvl="1"/>
            <a:r>
              <a:t>Replace nozzle N-3 reinforcement pad</a:t>
            </a:r>
          </a:p>
          <a:p>
            <a:pPr lvl="1"/>
            <a:r>
              <a:t>Estimated duration: 9 days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